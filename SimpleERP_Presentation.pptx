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452360" y="1463040"/>
            <a:ext cx="1097280" cy="10972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45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0972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SimpleERP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Resource Planning System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cloud-based ERP solution built with React and Firebase for streamlined business operations — inventory, sales, customers, and more.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Developed by Divakar Dadhich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572000"/>
            <a:ext cx="1280160" cy="320040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48840" y="4572000"/>
            <a:ext cx="1280160" cy="320040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14884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566160" y="4572000"/>
            <a:ext cx="1280160" cy="320040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83480" y="4572000"/>
            <a:ext cx="1280160" cy="320040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983480" y="4572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integrated modules powering your business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60604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KPIs, revenue charts, order status pie chart, and admin controls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12801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28016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catalog, stock tracking, supplier-linked stock entries, low-stock alerts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12801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801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087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orders, GST calculations, stock deduction, status &amp; payment tracking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1546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154680"/>
            <a:ext cx="2606040" cy="54864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328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31520" y="3840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directory, company mapping, soft-delete with active/disabled status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383280" y="31546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83280" y="315468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38328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336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566160" y="3840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network management, linked to stock entries for full audit trail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17920" y="31546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3154680"/>
            <a:ext cx="260604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8328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Mgmt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400800" y="3840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(Admin/Employee), user directory, role assignment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SimpleERP stand 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Employee roles with granular permissions per module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KPI cards, interactive pie chart, 6-month revenue trend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tracking with supplier audit trail, low-stock alerts, batch entry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201168" cy="20116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950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GST-Ready Sales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GST auto-calculation, multi-line orders, atomic stock transactions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0" y="1234440"/>
            <a:ext cx="3383280" cy="3520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Permissions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77840" y="1965960"/>
            <a:ext cx="411480" cy="22860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1965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648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stock entries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2313432"/>
            <a:ext cx="411480" cy="22860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23134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0" y="2313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sale orders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660904"/>
            <a:ext cx="411480" cy="22860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266090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26609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0" y="3008376"/>
            <a:ext cx="411480" cy="22860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30083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0" y="30083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customers &amp; suppliers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3355848"/>
            <a:ext cx="411480" cy="228600"/>
          </a:xfrm>
          <a:prstGeom prst="rect">
            <a:avLst/>
          </a:prstGeom>
          <a:solidFill>
            <a:srgbClr val="F43F5E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33558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26480" y="3355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existing records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77840" y="3703320"/>
            <a:ext cx="411480" cy="228600"/>
          </a:xfrm>
          <a:prstGeom prst="rect">
            <a:avLst/>
          </a:prstGeom>
          <a:solidFill>
            <a:srgbClr val="F43F5E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577840" y="3703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26480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active/inactive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77840" y="4050792"/>
            <a:ext cx="411480" cy="228600"/>
          </a:xfrm>
          <a:prstGeom prst="rect">
            <a:avLst/>
          </a:prstGeom>
          <a:solidFill>
            <a:srgbClr val="F43F5E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577840" y="40507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26480" y="4050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orders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577840" y="4398264"/>
            <a:ext cx="411480" cy="228600"/>
          </a:xfrm>
          <a:prstGeom prst="rect">
            <a:avLst/>
          </a:prstGeom>
          <a:solidFill>
            <a:srgbClr val="F43F5E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577840" y="43982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26480" y="43982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admin panel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scalable architecture for enterprise needs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with Hooks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359152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58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&amp; URL params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999232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98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responsive styling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639312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&amp; visualizations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279392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434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icon library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1234440"/>
            <a:ext cx="0" cy="3474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INFRASTRUCTURE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171907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1618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1874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email/password authentication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35915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 with real-time sync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299923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2898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3154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build tool &amp; dev server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363931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3538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3794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for auto deployment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427939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4178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4434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with custom domain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731520"/>
            <a:ext cx="822960" cy="822960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86868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1828800"/>
            <a:ext cx="822960" cy="822960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965960"/>
            <a:ext cx="548640" cy="548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88720" y="2926080"/>
            <a:ext cx="822960" cy="822960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063240"/>
            <a:ext cx="548640" cy="5486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88720" y="4023360"/>
            <a:ext cx="822960" cy="822960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4160520"/>
            <a:ext cx="548640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840480" y="914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3" name="Text 7"/>
          <p:cNvSpPr/>
          <p:nvPr/>
        </p:nvSpPr>
        <p:spPr>
          <a:xfrm>
            <a:off x="3840480" y="1828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SimpleERP is built to simplify enterprise operations with a clean, modern interface and powerful backend.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3840480" y="2834640"/>
            <a:ext cx="411480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Text 9"/>
          <p:cNvSpPr/>
          <p:nvPr/>
        </p:nvSpPr>
        <p:spPr>
          <a:xfrm>
            <a:off x="411480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3832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2628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Divakar300@hotmail.com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374904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52628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github.com/divakar300-ai/Simple_ERP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38404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Developed by Divakar Dadhich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SimpleERP - Features &amp; Tech Stack</dc:title>
  <dc:subject>PptxGenJS Presentation</dc:subject>
  <dc:creator>Divakar Dadhich</dc:creator>
  <cp:lastModifiedBy>Divakar Dadhich</cp:lastModifiedBy>
  <cp:revision>1</cp:revision>
  <dcterms:created xsi:type="dcterms:W3CDTF">2026-02-28T07:31:19Z</dcterms:created>
  <dcterms:modified xsi:type="dcterms:W3CDTF">2026-02-28T07:31:19Z</dcterms:modified>
</cp:coreProperties>
</file>